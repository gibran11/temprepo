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08739C-EB98-4132-AC00-A96B2A6D1B90}" type="doc">
      <dgm:prSet loTypeId="urn:microsoft.com/office/officeart/2005/8/layout/radial5" loCatId="relationship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6A4D3A93-9CDC-4118-BA3F-B2D92C5D7F13}">
      <dgm:prSet phldrT="[Text]" custT="1"/>
      <dgm:spPr/>
      <dgm:t>
        <a:bodyPr/>
        <a:lstStyle/>
        <a:p>
          <a:r>
            <a:rPr lang="en-US" sz="4400" dirty="0" smtClean="0"/>
            <a:t>Features</a:t>
          </a:r>
          <a:endParaRPr lang="en-US" sz="4400" dirty="0"/>
        </a:p>
      </dgm:t>
    </dgm:pt>
    <dgm:pt modelId="{60B319CA-DE77-4FF4-B531-01EC97EEEE03}" type="parTrans" cxnId="{4DCF5455-B195-4E74-A820-D62CA2BAEE1C}">
      <dgm:prSet/>
      <dgm:spPr/>
      <dgm:t>
        <a:bodyPr/>
        <a:lstStyle/>
        <a:p>
          <a:endParaRPr lang="en-US"/>
        </a:p>
      </dgm:t>
    </dgm:pt>
    <dgm:pt modelId="{BC384EE7-5B6C-4CA6-9BB9-F6E51AFF678E}" type="sibTrans" cxnId="{4DCF5455-B195-4E74-A820-D62CA2BAEE1C}">
      <dgm:prSet/>
      <dgm:spPr/>
      <dgm:t>
        <a:bodyPr/>
        <a:lstStyle/>
        <a:p>
          <a:endParaRPr lang="en-US"/>
        </a:p>
      </dgm:t>
    </dgm:pt>
    <dgm:pt modelId="{19F17885-8CD1-4B93-BCD1-CCD167B34B23}">
      <dgm:prSet phldrT="[Text]"/>
      <dgm:spPr/>
      <dgm:t>
        <a:bodyPr/>
        <a:lstStyle/>
        <a:p>
          <a:r>
            <a:rPr lang="en-US" dirty="0" smtClean="0"/>
            <a:t>Register</a:t>
          </a:r>
          <a:endParaRPr lang="en-US" dirty="0"/>
        </a:p>
      </dgm:t>
    </dgm:pt>
    <dgm:pt modelId="{481AA1D1-4B28-4B0D-B0FE-E35A99880AEB}" type="parTrans" cxnId="{F5AF011E-79D2-45ED-9832-B2477973556A}">
      <dgm:prSet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A7CD93B3-0DF6-4E26-97FB-4618AAEE6CBD}" type="sibTrans" cxnId="{F5AF011E-79D2-45ED-9832-B2477973556A}">
      <dgm:prSet/>
      <dgm:spPr/>
      <dgm:t>
        <a:bodyPr/>
        <a:lstStyle/>
        <a:p>
          <a:endParaRPr lang="en-US"/>
        </a:p>
      </dgm:t>
    </dgm:pt>
    <dgm:pt modelId="{3702C991-97B3-4DDB-B15F-6EEEC4E35F93}">
      <dgm:prSet phldrT="[Text]"/>
      <dgm:spPr/>
      <dgm:t>
        <a:bodyPr/>
        <a:lstStyle/>
        <a:p>
          <a:r>
            <a:rPr lang="en-US" dirty="0" smtClean="0"/>
            <a:t>Login/Logout</a:t>
          </a:r>
          <a:endParaRPr lang="en-US" dirty="0"/>
        </a:p>
      </dgm:t>
    </dgm:pt>
    <dgm:pt modelId="{FA7DAB30-DFB9-4C48-8C4C-8664751C12DD}" type="parTrans" cxnId="{239B8C61-8B0C-4EDE-B3A2-7B6ECC16B17A}">
      <dgm:prSet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CFE5D250-EB6E-4B72-8A35-4BE36422AD89}" type="sibTrans" cxnId="{239B8C61-8B0C-4EDE-B3A2-7B6ECC16B17A}">
      <dgm:prSet/>
      <dgm:spPr/>
      <dgm:t>
        <a:bodyPr/>
        <a:lstStyle/>
        <a:p>
          <a:endParaRPr lang="en-US"/>
        </a:p>
      </dgm:t>
    </dgm:pt>
    <dgm:pt modelId="{6C07E50D-1481-4E30-AE2D-619FCEA5BD4C}">
      <dgm:prSet phldrT="[Text]"/>
      <dgm:spPr/>
      <dgm:t>
        <a:bodyPr/>
        <a:lstStyle/>
        <a:p>
          <a:r>
            <a:rPr lang="en-US" dirty="0" smtClean="0"/>
            <a:t>Edit Profile</a:t>
          </a:r>
          <a:endParaRPr lang="en-US" dirty="0"/>
        </a:p>
      </dgm:t>
    </dgm:pt>
    <dgm:pt modelId="{1EC6104F-22C4-4C25-9792-853D713E0580}" type="parTrans" cxnId="{D561E2E2-F2F1-4C99-9732-8B6360E80B28}">
      <dgm:prSet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CBA102D7-9531-498A-98BD-1FFC4C644780}" type="sibTrans" cxnId="{D561E2E2-F2F1-4C99-9732-8B6360E80B28}">
      <dgm:prSet/>
      <dgm:spPr/>
      <dgm:t>
        <a:bodyPr/>
        <a:lstStyle/>
        <a:p>
          <a:endParaRPr lang="en-US"/>
        </a:p>
      </dgm:t>
    </dgm:pt>
    <dgm:pt modelId="{2E3F1822-C838-490D-9C9E-625878E98F46}">
      <dgm:prSet phldrT="[Text]"/>
      <dgm:spPr/>
      <dgm:t>
        <a:bodyPr/>
        <a:lstStyle/>
        <a:p>
          <a:r>
            <a:rPr lang="en-US" dirty="0" smtClean="0"/>
            <a:t>Filtering </a:t>
          </a:r>
          <a:r>
            <a:rPr lang="en-US" dirty="0" err="1" smtClean="0"/>
            <a:t>Laporan</a:t>
          </a:r>
          <a:endParaRPr lang="en-US" dirty="0"/>
        </a:p>
      </dgm:t>
    </dgm:pt>
    <dgm:pt modelId="{882F0DB4-CAB6-46A5-B366-856974605817}" type="parTrans" cxnId="{A1A087B3-82A7-4122-AEFE-18D29A6B63BE}">
      <dgm:prSet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D7E561A9-2452-4877-9889-5D3484C4FECE}" type="sibTrans" cxnId="{A1A087B3-82A7-4122-AEFE-18D29A6B63BE}">
      <dgm:prSet/>
      <dgm:spPr/>
      <dgm:t>
        <a:bodyPr/>
        <a:lstStyle/>
        <a:p>
          <a:endParaRPr lang="en-US"/>
        </a:p>
      </dgm:t>
    </dgm:pt>
    <dgm:pt modelId="{126DF8C1-EEA0-4016-9C51-9C0B1AA684D3}">
      <dgm:prSet phldrT="[Text]"/>
      <dgm:spPr/>
      <dgm:t>
        <a:bodyPr/>
        <a:lstStyle/>
        <a:p>
          <a:r>
            <a:rPr lang="en-US" dirty="0" err="1" smtClean="0"/>
            <a:t>Membuat</a:t>
          </a:r>
          <a:r>
            <a:rPr lang="en-US" dirty="0" smtClean="0"/>
            <a:t>, </a:t>
          </a:r>
          <a:r>
            <a:rPr lang="en-US" dirty="0" err="1" smtClean="0"/>
            <a:t>mengubah</a:t>
          </a:r>
          <a:r>
            <a:rPr lang="en-US" dirty="0" smtClean="0"/>
            <a:t>, </a:t>
          </a:r>
          <a:r>
            <a:rPr lang="en-US" dirty="0" err="1" smtClean="0"/>
            <a:t>menghapus</a:t>
          </a:r>
          <a:r>
            <a:rPr lang="en-US" dirty="0" smtClean="0"/>
            <a:t> </a:t>
          </a:r>
          <a:r>
            <a:rPr lang="en-US" dirty="0" err="1" smtClean="0"/>
            <a:t>laporan</a:t>
          </a:r>
          <a:endParaRPr lang="en-US" dirty="0"/>
        </a:p>
      </dgm:t>
    </dgm:pt>
    <dgm:pt modelId="{E65CB893-1D6F-4D19-AA78-8DA8A72D609D}" type="parTrans" cxnId="{EEF7C67D-42BC-4D67-98D5-9DF0036F10C9}">
      <dgm:prSet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2140B87B-0C9B-4BE3-88CD-2DC7B2BB936E}" type="sibTrans" cxnId="{EEF7C67D-42BC-4D67-98D5-9DF0036F10C9}">
      <dgm:prSet/>
      <dgm:spPr/>
      <dgm:t>
        <a:bodyPr/>
        <a:lstStyle/>
        <a:p>
          <a:endParaRPr lang="en-US"/>
        </a:p>
      </dgm:t>
    </dgm:pt>
    <dgm:pt modelId="{FB020CAF-8B1B-4EC6-B946-6F2BB29A5002}">
      <dgm:prSet phldrT="[Text]"/>
      <dgm:spPr/>
      <dgm:t>
        <a:bodyPr/>
        <a:lstStyle/>
        <a:p>
          <a:r>
            <a:rPr lang="en-US" dirty="0" err="1" smtClean="0"/>
            <a:t>Lihat</a:t>
          </a:r>
          <a:r>
            <a:rPr lang="en-US" dirty="0" smtClean="0"/>
            <a:t> </a:t>
          </a:r>
          <a:r>
            <a:rPr lang="en-US" dirty="0" err="1" smtClean="0"/>
            <a:t>peta</a:t>
          </a:r>
          <a:r>
            <a:rPr lang="en-US" dirty="0" smtClean="0"/>
            <a:t> </a:t>
          </a:r>
          <a:r>
            <a:rPr lang="en-US" dirty="0" err="1" smtClean="0"/>
            <a:t>persebaran</a:t>
          </a:r>
          <a:r>
            <a:rPr lang="en-US" dirty="0" smtClean="0"/>
            <a:t> </a:t>
          </a:r>
          <a:r>
            <a:rPr lang="en-US" dirty="0" err="1" smtClean="0"/>
            <a:t>laporan</a:t>
          </a:r>
          <a:r>
            <a:rPr lang="en-US" dirty="0" smtClean="0"/>
            <a:t> </a:t>
          </a:r>
          <a:r>
            <a:rPr lang="en-US" dirty="0" err="1" smtClean="0"/>
            <a:t>daerah</a:t>
          </a:r>
          <a:r>
            <a:rPr lang="en-US" dirty="0" smtClean="0"/>
            <a:t> </a:t>
          </a:r>
          <a:r>
            <a:rPr lang="en-US" dirty="0" err="1" smtClean="0"/>
            <a:t>bersampah</a:t>
          </a:r>
          <a:endParaRPr lang="en-US" dirty="0"/>
        </a:p>
      </dgm:t>
    </dgm:pt>
    <dgm:pt modelId="{94632EF2-1C43-4466-85C6-680457FA0804}" type="parTrans" cxnId="{75335B65-E4EF-4B87-962C-14EAC08F713E}">
      <dgm:prSet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85366A3C-1685-4E94-AC15-697B21A4E8ED}" type="sibTrans" cxnId="{75335B65-E4EF-4B87-962C-14EAC08F713E}">
      <dgm:prSet/>
      <dgm:spPr/>
      <dgm:t>
        <a:bodyPr/>
        <a:lstStyle/>
        <a:p>
          <a:endParaRPr lang="en-US"/>
        </a:p>
      </dgm:t>
    </dgm:pt>
    <dgm:pt modelId="{20B5E82D-E0FD-4343-8D47-D36A4488D1CE}">
      <dgm:prSet phldrT="[Text]"/>
      <dgm:spPr/>
      <dgm:t>
        <a:bodyPr/>
        <a:lstStyle/>
        <a:p>
          <a:r>
            <a:rPr lang="en-US" dirty="0" err="1" smtClean="0"/>
            <a:t>Lihat</a:t>
          </a:r>
          <a:r>
            <a:rPr lang="en-US" dirty="0" smtClean="0"/>
            <a:t> timeline </a:t>
          </a:r>
          <a:r>
            <a:rPr lang="en-US" dirty="0" err="1" smtClean="0"/>
            <a:t>laporan</a:t>
          </a:r>
          <a:endParaRPr lang="en-US" dirty="0"/>
        </a:p>
      </dgm:t>
    </dgm:pt>
    <dgm:pt modelId="{917E9E4A-7F5A-410C-88DA-C84C18F852D1}" type="parTrans" cxnId="{93DE8AD8-8BAF-4FC7-BB5C-63E4E4DDAB98}">
      <dgm:prSet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3B3229CA-84E4-41D2-B071-961947E9BD52}" type="sibTrans" cxnId="{93DE8AD8-8BAF-4FC7-BB5C-63E4E4DDAB98}">
      <dgm:prSet/>
      <dgm:spPr/>
      <dgm:t>
        <a:bodyPr/>
        <a:lstStyle/>
        <a:p>
          <a:endParaRPr lang="en-US"/>
        </a:p>
      </dgm:t>
    </dgm:pt>
    <dgm:pt modelId="{95175A5D-5551-458D-9095-A4C0C36C7381}">
      <dgm:prSet phldrT="[Text]"/>
      <dgm:spPr/>
      <dgm:t>
        <a:bodyPr/>
        <a:lstStyle/>
        <a:p>
          <a:r>
            <a:rPr lang="en-US" smtClean="0"/>
            <a:t>Mengkonfirmasi daerah yang telah dibersihkan</a:t>
          </a:r>
          <a:endParaRPr lang="en-US" dirty="0"/>
        </a:p>
      </dgm:t>
    </dgm:pt>
    <dgm:pt modelId="{F39512D4-6777-4931-8911-455C3D2BABC3}" type="parTrans" cxnId="{86CBD34A-6268-4232-9053-DA7838D639ED}">
      <dgm:prSet/>
      <dgm:spPr>
        <a:solidFill>
          <a:srgbClr val="FFFF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1CA9AEF4-4A9D-4D5A-8363-672B3C08DEC3}" type="sibTrans" cxnId="{86CBD34A-6268-4232-9053-DA7838D639ED}">
      <dgm:prSet/>
      <dgm:spPr/>
      <dgm:t>
        <a:bodyPr/>
        <a:lstStyle/>
        <a:p>
          <a:endParaRPr lang="en-US"/>
        </a:p>
      </dgm:t>
    </dgm:pt>
    <dgm:pt modelId="{2519775E-1457-4BAA-A08C-679385C4448F}" type="pres">
      <dgm:prSet presAssocID="{6008739C-EB98-4132-AC00-A96B2A6D1B90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2B0CA4B-2A0B-4F2A-9A59-E74A7541FB02}" type="pres">
      <dgm:prSet presAssocID="{6A4D3A93-9CDC-4118-BA3F-B2D92C5D7F13}" presName="centerShape" presStyleLbl="node0" presStyleIdx="0" presStyleCnt="1" custScaleX="238693" custScaleY="238693"/>
      <dgm:spPr/>
      <dgm:t>
        <a:bodyPr/>
        <a:lstStyle/>
        <a:p>
          <a:endParaRPr lang="en-US"/>
        </a:p>
      </dgm:t>
    </dgm:pt>
    <dgm:pt modelId="{86642C73-0436-4CC9-A8C6-6A86E8F8B33B}" type="pres">
      <dgm:prSet presAssocID="{481AA1D1-4B28-4B0D-B0FE-E35A99880AEB}" presName="parTrans" presStyleLbl="sibTrans2D1" presStyleIdx="0" presStyleCnt="8"/>
      <dgm:spPr/>
    </dgm:pt>
    <dgm:pt modelId="{65255D5F-F552-448E-BCEE-5A5AD2369EEF}" type="pres">
      <dgm:prSet presAssocID="{481AA1D1-4B28-4B0D-B0FE-E35A99880AEB}" presName="connectorText" presStyleLbl="sibTrans2D1" presStyleIdx="0" presStyleCnt="8"/>
      <dgm:spPr/>
    </dgm:pt>
    <dgm:pt modelId="{DC3878B9-1987-4F48-8360-BA155A5BFC1A}" type="pres">
      <dgm:prSet presAssocID="{19F17885-8CD1-4B93-BCD1-CCD167B34B23}" presName="node" presStyleLbl="node1" presStyleIdx="0" presStyleCnt="8" custRadScaleRad="126890" custRadScaleInc="220934">
        <dgm:presLayoutVars>
          <dgm:bulletEnabled val="1"/>
        </dgm:presLayoutVars>
      </dgm:prSet>
      <dgm:spPr/>
    </dgm:pt>
    <dgm:pt modelId="{26FBFC64-A25F-4409-9E85-C7E422B47BD1}" type="pres">
      <dgm:prSet presAssocID="{FA7DAB30-DFB9-4C48-8C4C-8664751C12DD}" presName="parTrans" presStyleLbl="sibTrans2D1" presStyleIdx="1" presStyleCnt="8"/>
      <dgm:spPr/>
    </dgm:pt>
    <dgm:pt modelId="{4A51640A-F194-43AD-BEE4-E00321ADCA49}" type="pres">
      <dgm:prSet presAssocID="{FA7DAB30-DFB9-4C48-8C4C-8664751C12DD}" presName="connectorText" presStyleLbl="sibTrans2D1" presStyleIdx="1" presStyleCnt="8"/>
      <dgm:spPr/>
    </dgm:pt>
    <dgm:pt modelId="{63E3BD31-D9CB-4984-A9E8-9CC205AA5DA2}" type="pres">
      <dgm:prSet presAssocID="{3702C991-97B3-4DDB-B15F-6EEEC4E35F93}" presName="node" presStyleLbl="node1" presStyleIdx="1" presStyleCnt="8" custRadScaleRad="177759" custRadScaleInc="135161">
        <dgm:presLayoutVars>
          <dgm:bulletEnabled val="1"/>
        </dgm:presLayoutVars>
      </dgm:prSet>
      <dgm:spPr/>
    </dgm:pt>
    <dgm:pt modelId="{5F50D7CA-0B23-43D0-8DC0-A8C0AA764FF8}" type="pres">
      <dgm:prSet presAssocID="{1EC6104F-22C4-4C25-9792-853D713E0580}" presName="parTrans" presStyleLbl="sibTrans2D1" presStyleIdx="2" presStyleCnt="8"/>
      <dgm:spPr/>
    </dgm:pt>
    <dgm:pt modelId="{8833EDE6-FECD-4AAD-91DA-C630CA43276E}" type="pres">
      <dgm:prSet presAssocID="{1EC6104F-22C4-4C25-9792-853D713E0580}" presName="connectorText" presStyleLbl="sibTrans2D1" presStyleIdx="2" presStyleCnt="8"/>
      <dgm:spPr/>
    </dgm:pt>
    <dgm:pt modelId="{2536E6CB-7A3D-4E5D-8EEB-9DDBEC74DEE7}" type="pres">
      <dgm:prSet presAssocID="{6C07E50D-1481-4E30-AE2D-619FCEA5BD4C}" presName="node" presStyleLbl="node1" presStyleIdx="2" presStyleCnt="8" custRadScaleRad="187777" custRadScaleInc="304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37591F-DC85-4F38-8677-7D14715B2BF7}" type="pres">
      <dgm:prSet presAssocID="{E65CB893-1D6F-4D19-AA78-8DA8A72D609D}" presName="parTrans" presStyleLbl="sibTrans2D1" presStyleIdx="3" presStyleCnt="8" custLinFactNeighborX="17248" custLinFactNeighborY="2510"/>
      <dgm:spPr/>
    </dgm:pt>
    <dgm:pt modelId="{794936D5-EA49-47CD-B626-F691FE36E45F}" type="pres">
      <dgm:prSet presAssocID="{E65CB893-1D6F-4D19-AA78-8DA8A72D609D}" presName="connectorText" presStyleLbl="sibTrans2D1" presStyleIdx="3" presStyleCnt="8"/>
      <dgm:spPr/>
    </dgm:pt>
    <dgm:pt modelId="{53AF007E-D307-4767-ADAD-F7F9743BD12E}" type="pres">
      <dgm:prSet presAssocID="{126DF8C1-EEA0-4016-9C51-9C0B1AA684D3}" presName="node" presStyleLbl="node1" presStyleIdx="3" presStyleCnt="8" custRadScaleRad="187777" custRadScaleInc="304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723B47-9FF8-48B1-B78A-8054A5328642}" type="pres">
      <dgm:prSet presAssocID="{94632EF2-1C43-4466-85C6-680457FA0804}" presName="parTrans" presStyleLbl="sibTrans2D1" presStyleIdx="4" presStyleCnt="8"/>
      <dgm:spPr/>
    </dgm:pt>
    <dgm:pt modelId="{76177014-9542-42C7-84DC-6F38B0305F74}" type="pres">
      <dgm:prSet presAssocID="{94632EF2-1C43-4466-85C6-680457FA0804}" presName="connectorText" presStyleLbl="sibTrans2D1" presStyleIdx="4" presStyleCnt="8"/>
      <dgm:spPr/>
    </dgm:pt>
    <dgm:pt modelId="{10EB9F07-9600-4C0D-958C-4A8C9C1A64F7}" type="pres">
      <dgm:prSet presAssocID="{FB020CAF-8B1B-4EC6-B946-6F2BB29A5002}" presName="node" presStyleLbl="node1" presStyleIdx="4" presStyleCnt="8" custRadScaleRad="123402" custRadScaleInc="1854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BD0981-168C-41C0-98B2-93A75182765A}" type="pres">
      <dgm:prSet presAssocID="{917E9E4A-7F5A-410C-88DA-C84C18F852D1}" presName="parTrans" presStyleLbl="sibTrans2D1" presStyleIdx="5" presStyleCnt="8" custLinFactNeighborX="4926" custLinFactNeighborY="5019"/>
      <dgm:spPr/>
    </dgm:pt>
    <dgm:pt modelId="{341A5354-E6C1-48B8-A3CC-06A10F6F60FB}" type="pres">
      <dgm:prSet presAssocID="{917E9E4A-7F5A-410C-88DA-C84C18F852D1}" presName="connectorText" presStyleLbl="sibTrans2D1" presStyleIdx="5" presStyleCnt="8"/>
      <dgm:spPr/>
    </dgm:pt>
    <dgm:pt modelId="{C1AF457B-CD0E-4315-8491-5F87AF94B7F3}" type="pres">
      <dgm:prSet presAssocID="{20B5E82D-E0FD-4343-8D47-D36A4488D1CE}" presName="node" presStyleLbl="node1" presStyleIdx="5" presStyleCnt="8" custRadScaleRad="159821" custRadScaleInc="1250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F52ED3-6831-4A77-B751-055BACAE457E}" type="pres">
      <dgm:prSet presAssocID="{882F0DB4-CAB6-46A5-B366-856974605817}" presName="parTrans" presStyleLbl="sibTrans2D1" presStyleIdx="6" presStyleCnt="8" custLinFactNeighborX="11912" custLinFactNeighborY="2510"/>
      <dgm:spPr/>
    </dgm:pt>
    <dgm:pt modelId="{7F7BFABD-6EAF-474A-8D20-538BB3FB6E2F}" type="pres">
      <dgm:prSet presAssocID="{882F0DB4-CAB6-46A5-B366-856974605817}" presName="connectorText" presStyleLbl="sibTrans2D1" presStyleIdx="6" presStyleCnt="8"/>
      <dgm:spPr/>
    </dgm:pt>
    <dgm:pt modelId="{731492DC-1C85-4744-A890-11430E13E05F}" type="pres">
      <dgm:prSet presAssocID="{2E3F1822-C838-490D-9C9E-625878E98F46}" presName="node" presStyleLbl="node1" presStyleIdx="6" presStyleCnt="8" custRadScaleRad="141032" custRadScaleInc="39693">
        <dgm:presLayoutVars>
          <dgm:bulletEnabled val="1"/>
        </dgm:presLayoutVars>
      </dgm:prSet>
      <dgm:spPr/>
    </dgm:pt>
    <dgm:pt modelId="{8E97115D-6E9F-433D-9D21-9E3C9104B82E}" type="pres">
      <dgm:prSet presAssocID="{F39512D4-6777-4931-8911-455C3D2BABC3}" presName="parTrans" presStyleLbl="sibTrans2D1" presStyleIdx="7" presStyleCnt="8"/>
      <dgm:spPr/>
    </dgm:pt>
    <dgm:pt modelId="{84E3D882-58EB-41BA-A115-835E5E104FEE}" type="pres">
      <dgm:prSet presAssocID="{F39512D4-6777-4931-8911-455C3D2BABC3}" presName="connectorText" presStyleLbl="sibTrans2D1" presStyleIdx="7" presStyleCnt="8"/>
      <dgm:spPr/>
    </dgm:pt>
    <dgm:pt modelId="{53C556AE-9D4A-41D7-9434-CF5F96CFAFD5}" type="pres">
      <dgm:prSet presAssocID="{95175A5D-5551-458D-9095-A4C0C36C7381}" presName="node" presStyleLbl="node1" presStyleIdx="7" presStyleCnt="8" custScaleX="125569" custScaleY="125569" custRadScaleRad="149864" custRadScaleInc="-295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3DE8AD8-8BAF-4FC7-BB5C-63E4E4DDAB98}" srcId="{6A4D3A93-9CDC-4118-BA3F-B2D92C5D7F13}" destId="{20B5E82D-E0FD-4343-8D47-D36A4488D1CE}" srcOrd="5" destOrd="0" parTransId="{917E9E4A-7F5A-410C-88DA-C84C18F852D1}" sibTransId="{3B3229CA-84E4-41D2-B071-961947E9BD52}"/>
    <dgm:cxn modelId="{D561E2E2-F2F1-4C99-9732-8B6360E80B28}" srcId="{6A4D3A93-9CDC-4118-BA3F-B2D92C5D7F13}" destId="{6C07E50D-1481-4E30-AE2D-619FCEA5BD4C}" srcOrd="2" destOrd="0" parTransId="{1EC6104F-22C4-4C25-9792-853D713E0580}" sibTransId="{CBA102D7-9531-498A-98BD-1FFC4C644780}"/>
    <dgm:cxn modelId="{3DC1C612-4945-4984-84AA-3845603DEBE1}" type="presOf" srcId="{94632EF2-1C43-4466-85C6-680457FA0804}" destId="{76177014-9542-42C7-84DC-6F38B0305F74}" srcOrd="1" destOrd="0" presId="urn:microsoft.com/office/officeart/2005/8/layout/radial5"/>
    <dgm:cxn modelId="{C38AD169-C8B1-4D0B-A86C-9ECF28FCDE9B}" type="presOf" srcId="{882F0DB4-CAB6-46A5-B366-856974605817}" destId="{7F7BFABD-6EAF-474A-8D20-538BB3FB6E2F}" srcOrd="1" destOrd="0" presId="urn:microsoft.com/office/officeart/2005/8/layout/radial5"/>
    <dgm:cxn modelId="{2AA20C37-71C2-4E90-853E-3E595E75CDDB}" type="presOf" srcId="{1EC6104F-22C4-4C25-9792-853D713E0580}" destId="{8833EDE6-FECD-4AAD-91DA-C630CA43276E}" srcOrd="1" destOrd="0" presId="urn:microsoft.com/office/officeart/2005/8/layout/radial5"/>
    <dgm:cxn modelId="{2348C55A-156D-4C88-88F0-7326095F20FA}" type="presOf" srcId="{6C07E50D-1481-4E30-AE2D-619FCEA5BD4C}" destId="{2536E6CB-7A3D-4E5D-8EEB-9DDBEC74DEE7}" srcOrd="0" destOrd="0" presId="urn:microsoft.com/office/officeart/2005/8/layout/radial5"/>
    <dgm:cxn modelId="{E052C520-9F57-4C5B-A0BA-64D532E8E19E}" type="presOf" srcId="{481AA1D1-4B28-4B0D-B0FE-E35A99880AEB}" destId="{86642C73-0436-4CC9-A8C6-6A86E8F8B33B}" srcOrd="0" destOrd="0" presId="urn:microsoft.com/office/officeart/2005/8/layout/radial5"/>
    <dgm:cxn modelId="{68FC5BB2-5D4E-4B1D-B185-50389158E686}" type="presOf" srcId="{E65CB893-1D6F-4D19-AA78-8DA8A72D609D}" destId="{3B37591F-DC85-4F38-8677-7D14715B2BF7}" srcOrd="0" destOrd="0" presId="urn:microsoft.com/office/officeart/2005/8/layout/radial5"/>
    <dgm:cxn modelId="{75335B65-E4EF-4B87-962C-14EAC08F713E}" srcId="{6A4D3A93-9CDC-4118-BA3F-B2D92C5D7F13}" destId="{FB020CAF-8B1B-4EC6-B946-6F2BB29A5002}" srcOrd="4" destOrd="0" parTransId="{94632EF2-1C43-4466-85C6-680457FA0804}" sibTransId="{85366A3C-1685-4E94-AC15-697B21A4E8ED}"/>
    <dgm:cxn modelId="{239B8C61-8B0C-4EDE-B3A2-7B6ECC16B17A}" srcId="{6A4D3A93-9CDC-4118-BA3F-B2D92C5D7F13}" destId="{3702C991-97B3-4DDB-B15F-6EEEC4E35F93}" srcOrd="1" destOrd="0" parTransId="{FA7DAB30-DFB9-4C48-8C4C-8664751C12DD}" sibTransId="{CFE5D250-EB6E-4B72-8A35-4BE36422AD89}"/>
    <dgm:cxn modelId="{4E0A8149-B021-4C14-A33D-AB98E423D85A}" type="presOf" srcId="{917E9E4A-7F5A-410C-88DA-C84C18F852D1}" destId="{341A5354-E6C1-48B8-A3CC-06A10F6F60FB}" srcOrd="1" destOrd="0" presId="urn:microsoft.com/office/officeart/2005/8/layout/radial5"/>
    <dgm:cxn modelId="{0A510341-A65F-4E9C-B2EF-EA3A5CB3C707}" type="presOf" srcId="{6A4D3A93-9CDC-4118-BA3F-B2D92C5D7F13}" destId="{A2B0CA4B-2A0B-4F2A-9A59-E74A7541FB02}" srcOrd="0" destOrd="0" presId="urn:microsoft.com/office/officeart/2005/8/layout/radial5"/>
    <dgm:cxn modelId="{E73A2B50-C6F7-4E9D-9B7D-DCC52285A557}" type="presOf" srcId="{FA7DAB30-DFB9-4C48-8C4C-8664751C12DD}" destId="{4A51640A-F194-43AD-BEE4-E00321ADCA49}" srcOrd="1" destOrd="0" presId="urn:microsoft.com/office/officeart/2005/8/layout/radial5"/>
    <dgm:cxn modelId="{5F9CF344-A04F-4118-A2B2-3CAD77CFCC41}" type="presOf" srcId="{481AA1D1-4B28-4B0D-B0FE-E35A99880AEB}" destId="{65255D5F-F552-448E-BCEE-5A5AD2369EEF}" srcOrd="1" destOrd="0" presId="urn:microsoft.com/office/officeart/2005/8/layout/radial5"/>
    <dgm:cxn modelId="{EF088AE2-CF36-4680-864A-0014FAB5F4A3}" type="presOf" srcId="{19F17885-8CD1-4B93-BCD1-CCD167B34B23}" destId="{DC3878B9-1987-4F48-8360-BA155A5BFC1A}" srcOrd="0" destOrd="0" presId="urn:microsoft.com/office/officeart/2005/8/layout/radial5"/>
    <dgm:cxn modelId="{9A6DF9E6-4799-4E53-80D3-42190ADF800F}" type="presOf" srcId="{F39512D4-6777-4931-8911-455C3D2BABC3}" destId="{84E3D882-58EB-41BA-A115-835E5E104FEE}" srcOrd="1" destOrd="0" presId="urn:microsoft.com/office/officeart/2005/8/layout/radial5"/>
    <dgm:cxn modelId="{274868B6-B012-4282-B342-E6B9FFEA2FBA}" type="presOf" srcId="{20B5E82D-E0FD-4343-8D47-D36A4488D1CE}" destId="{C1AF457B-CD0E-4315-8491-5F87AF94B7F3}" srcOrd="0" destOrd="0" presId="urn:microsoft.com/office/officeart/2005/8/layout/radial5"/>
    <dgm:cxn modelId="{8701F580-A3AD-47DE-8691-720CDDA2B489}" type="presOf" srcId="{FB020CAF-8B1B-4EC6-B946-6F2BB29A5002}" destId="{10EB9F07-9600-4C0D-958C-4A8C9C1A64F7}" srcOrd="0" destOrd="0" presId="urn:microsoft.com/office/officeart/2005/8/layout/radial5"/>
    <dgm:cxn modelId="{B04FC977-C9AB-4448-9C39-986048CD3F17}" type="presOf" srcId="{2E3F1822-C838-490D-9C9E-625878E98F46}" destId="{731492DC-1C85-4744-A890-11430E13E05F}" srcOrd="0" destOrd="0" presId="urn:microsoft.com/office/officeart/2005/8/layout/radial5"/>
    <dgm:cxn modelId="{EEF7C67D-42BC-4D67-98D5-9DF0036F10C9}" srcId="{6A4D3A93-9CDC-4118-BA3F-B2D92C5D7F13}" destId="{126DF8C1-EEA0-4016-9C51-9C0B1AA684D3}" srcOrd="3" destOrd="0" parTransId="{E65CB893-1D6F-4D19-AA78-8DA8A72D609D}" sibTransId="{2140B87B-0C9B-4BE3-88CD-2DC7B2BB936E}"/>
    <dgm:cxn modelId="{EB619D63-0112-40A9-837E-426D8DFB4D69}" type="presOf" srcId="{882F0DB4-CAB6-46A5-B366-856974605817}" destId="{EFF52ED3-6831-4A77-B751-055BACAE457E}" srcOrd="0" destOrd="0" presId="urn:microsoft.com/office/officeart/2005/8/layout/radial5"/>
    <dgm:cxn modelId="{F5AF011E-79D2-45ED-9832-B2477973556A}" srcId="{6A4D3A93-9CDC-4118-BA3F-B2D92C5D7F13}" destId="{19F17885-8CD1-4B93-BCD1-CCD167B34B23}" srcOrd="0" destOrd="0" parTransId="{481AA1D1-4B28-4B0D-B0FE-E35A99880AEB}" sibTransId="{A7CD93B3-0DF6-4E26-97FB-4618AAEE6CBD}"/>
    <dgm:cxn modelId="{A1A087B3-82A7-4122-AEFE-18D29A6B63BE}" srcId="{6A4D3A93-9CDC-4118-BA3F-B2D92C5D7F13}" destId="{2E3F1822-C838-490D-9C9E-625878E98F46}" srcOrd="6" destOrd="0" parTransId="{882F0DB4-CAB6-46A5-B366-856974605817}" sibTransId="{D7E561A9-2452-4877-9889-5D3484C4FECE}"/>
    <dgm:cxn modelId="{78A11478-9A57-48CC-9922-67923807645C}" type="presOf" srcId="{FA7DAB30-DFB9-4C48-8C4C-8664751C12DD}" destId="{26FBFC64-A25F-4409-9E85-C7E422B47BD1}" srcOrd="0" destOrd="0" presId="urn:microsoft.com/office/officeart/2005/8/layout/radial5"/>
    <dgm:cxn modelId="{764F3EAA-A891-43EA-B842-00041ED05DD1}" type="presOf" srcId="{6008739C-EB98-4132-AC00-A96B2A6D1B90}" destId="{2519775E-1457-4BAA-A08C-679385C4448F}" srcOrd="0" destOrd="0" presId="urn:microsoft.com/office/officeart/2005/8/layout/radial5"/>
    <dgm:cxn modelId="{2D479107-6555-4BFA-80FD-E790DF1A9F07}" type="presOf" srcId="{F39512D4-6777-4931-8911-455C3D2BABC3}" destId="{8E97115D-6E9F-433D-9D21-9E3C9104B82E}" srcOrd="0" destOrd="0" presId="urn:microsoft.com/office/officeart/2005/8/layout/radial5"/>
    <dgm:cxn modelId="{4DCF5455-B195-4E74-A820-D62CA2BAEE1C}" srcId="{6008739C-EB98-4132-AC00-A96B2A6D1B90}" destId="{6A4D3A93-9CDC-4118-BA3F-B2D92C5D7F13}" srcOrd="0" destOrd="0" parTransId="{60B319CA-DE77-4FF4-B531-01EC97EEEE03}" sibTransId="{BC384EE7-5B6C-4CA6-9BB9-F6E51AFF678E}"/>
    <dgm:cxn modelId="{421ED40C-0DFA-4BF7-90A6-4CB99126D1A3}" type="presOf" srcId="{E65CB893-1D6F-4D19-AA78-8DA8A72D609D}" destId="{794936D5-EA49-47CD-B626-F691FE36E45F}" srcOrd="1" destOrd="0" presId="urn:microsoft.com/office/officeart/2005/8/layout/radial5"/>
    <dgm:cxn modelId="{9DD85D04-B6B4-448D-BCCF-EFAA167C07BD}" type="presOf" srcId="{95175A5D-5551-458D-9095-A4C0C36C7381}" destId="{53C556AE-9D4A-41D7-9434-CF5F96CFAFD5}" srcOrd="0" destOrd="0" presId="urn:microsoft.com/office/officeart/2005/8/layout/radial5"/>
    <dgm:cxn modelId="{C0AA64A0-0BEF-4193-9840-DFED53B8D71C}" type="presOf" srcId="{94632EF2-1C43-4466-85C6-680457FA0804}" destId="{C5723B47-9FF8-48B1-B78A-8054A5328642}" srcOrd="0" destOrd="0" presId="urn:microsoft.com/office/officeart/2005/8/layout/radial5"/>
    <dgm:cxn modelId="{F0DA6C0D-95FF-4828-97FE-7BB8A4BFF2B3}" type="presOf" srcId="{3702C991-97B3-4DDB-B15F-6EEEC4E35F93}" destId="{63E3BD31-D9CB-4984-A9E8-9CC205AA5DA2}" srcOrd="0" destOrd="0" presId="urn:microsoft.com/office/officeart/2005/8/layout/radial5"/>
    <dgm:cxn modelId="{86CBD34A-6268-4232-9053-DA7838D639ED}" srcId="{6A4D3A93-9CDC-4118-BA3F-B2D92C5D7F13}" destId="{95175A5D-5551-458D-9095-A4C0C36C7381}" srcOrd="7" destOrd="0" parTransId="{F39512D4-6777-4931-8911-455C3D2BABC3}" sibTransId="{1CA9AEF4-4A9D-4D5A-8363-672B3C08DEC3}"/>
    <dgm:cxn modelId="{24216D05-D897-44C1-AACA-D59CEBCA69DB}" type="presOf" srcId="{917E9E4A-7F5A-410C-88DA-C84C18F852D1}" destId="{3EBD0981-168C-41C0-98B2-93A75182765A}" srcOrd="0" destOrd="0" presId="urn:microsoft.com/office/officeart/2005/8/layout/radial5"/>
    <dgm:cxn modelId="{F085BCF1-2D90-4A4C-BBF8-63444BB327EB}" type="presOf" srcId="{126DF8C1-EEA0-4016-9C51-9C0B1AA684D3}" destId="{53AF007E-D307-4767-ADAD-F7F9743BD12E}" srcOrd="0" destOrd="0" presId="urn:microsoft.com/office/officeart/2005/8/layout/radial5"/>
    <dgm:cxn modelId="{F110AE4B-A542-4659-9E2D-CE6A0E31DE2C}" type="presOf" srcId="{1EC6104F-22C4-4C25-9792-853D713E0580}" destId="{5F50D7CA-0B23-43D0-8DC0-A8C0AA764FF8}" srcOrd="0" destOrd="0" presId="urn:microsoft.com/office/officeart/2005/8/layout/radial5"/>
    <dgm:cxn modelId="{4E77E98D-44C8-4971-AC42-928D66AC817B}" type="presParOf" srcId="{2519775E-1457-4BAA-A08C-679385C4448F}" destId="{A2B0CA4B-2A0B-4F2A-9A59-E74A7541FB02}" srcOrd="0" destOrd="0" presId="urn:microsoft.com/office/officeart/2005/8/layout/radial5"/>
    <dgm:cxn modelId="{B3AC82E5-0FE0-4719-A18C-BEF0A51A80CA}" type="presParOf" srcId="{2519775E-1457-4BAA-A08C-679385C4448F}" destId="{86642C73-0436-4CC9-A8C6-6A86E8F8B33B}" srcOrd="1" destOrd="0" presId="urn:microsoft.com/office/officeart/2005/8/layout/radial5"/>
    <dgm:cxn modelId="{63D13408-B303-4D72-A413-FBE0DB745A04}" type="presParOf" srcId="{86642C73-0436-4CC9-A8C6-6A86E8F8B33B}" destId="{65255D5F-F552-448E-BCEE-5A5AD2369EEF}" srcOrd="0" destOrd="0" presId="urn:microsoft.com/office/officeart/2005/8/layout/radial5"/>
    <dgm:cxn modelId="{5DB3B4B6-6CA4-40B5-B9E2-94F665421607}" type="presParOf" srcId="{2519775E-1457-4BAA-A08C-679385C4448F}" destId="{DC3878B9-1987-4F48-8360-BA155A5BFC1A}" srcOrd="2" destOrd="0" presId="urn:microsoft.com/office/officeart/2005/8/layout/radial5"/>
    <dgm:cxn modelId="{EFDE4613-F914-455F-B035-AABAA1B486C4}" type="presParOf" srcId="{2519775E-1457-4BAA-A08C-679385C4448F}" destId="{26FBFC64-A25F-4409-9E85-C7E422B47BD1}" srcOrd="3" destOrd="0" presId="urn:microsoft.com/office/officeart/2005/8/layout/radial5"/>
    <dgm:cxn modelId="{E3BFB1BC-B598-44B0-A458-0E76E969DD94}" type="presParOf" srcId="{26FBFC64-A25F-4409-9E85-C7E422B47BD1}" destId="{4A51640A-F194-43AD-BEE4-E00321ADCA49}" srcOrd="0" destOrd="0" presId="urn:microsoft.com/office/officeart/2005/8/layout/radial5"/>
    <dgm:cxn modelId="{FADE3270-AB15-48BE-A132-F460A0E809E8}" type="presParOf" srcId="{2519775E-1457-4BAA-A08C-679385C4448F}" destId="{63E3BD31-D9CB-4984-A9E8-9CC205AA5DA2}" srcOrd="4" destOrd="0" presId="urn:microsoft.com/office/officeart/2005/8/layout/radial5"/>
    <dgm:cxn modelId="{8BCD23F3-CA61-4554-BEE3-000DDEF68114}" type="presParOf" srcId="{2519775E-1457-4BAA-A08C-679385C4448F}" destId="{5F50D7CA-0B23-43D0-8DC0-A8C0AA764FF8}" srcOrd="5" destOrd="0" presId="urn:microsoft.com/office/officeart/2005/8/layout/radial5"/>
    <dgm:cxn modelId="{55D4AFDC-83DE-4BF6-8858-2BE6F73D7649}" type="presParOf" srcId="{5F50D7CA-0B23-43D0-8DC0-A8C0AA764FF8}" destId="{8833EDE6-FECD-4AAD-91DA-C630CA43276E}" srcOrd="0" destOrd="0" presId="urn:microsoft.com/office/officeart/2005/8/layout/radial5"/>
    <dgm:cxn modelId="{BB618D44-28A0-48F0-993A-64FE0508B07E}" type="presParOf" srcId="{2519775E-1457-4BAA-A08C-679385C4448F}" destId="{2536E6CB-7A3D-4E5D-8EEB-9DDBEC74DEE7}" srcOrd="6" destOrd="0" presId="urn:microsoft.com/office/officeart/2005/8/layout/radial5"/>
    <dgm:cxn modelId="{3E974C4B-1CDF-43F2-99EB-C380C7DBA54A}" type="presParOf" srcId="{2519775E-1457-4BAA-A08C-679385C4448F}" destId="{3B37591F-DC85-4F38-8677-7D14715B2BF7}" srcOrd="7" destOrd="0" presId="urn:microsoft.com/office/officeart/2005/8/layout/radial5"/>
    <dgm:cxn modelId="{598FD677-F99C-46A1-93D5-6AEA816B2EC9}" type="presParOf" srcId="{3B37591F-DC85-4F38-8677-7D14715B2BF7}" destId="{794936D5-EA49-47CD-B626-F691FE36E45F}" srcOrd="0" destOrd="0" presId="urn:microsoft.com/office/officeart/2005/8/layout/radial5"/>
    <dgm:cxn modelId="{EE20E83C-3468-4DA7-9686-28C8581E9254}" type="presParOf" srcId="{2519775E-1457-4BAA-A08C-679385C4448F}" destId="{53AF007E-D307-4767-ADAD-F7F9743BD12E}" srcOrd="8" destOrd="0" presId="urn:microsoft.com/office/officeart/2005/8/layout/radial5"/>
    <dgm:cxn modelId="{6027A5C9-BE75-431C-9BB0-26C55F12AD58}" type="presParOf" srcId="{2519775E-1457-4BAA-A08C-679385C4448F}" destId="{C5723B47-9FF8-48B1-B78A-8054A5328642}" srcOrd="9" destOrd="0" presId="urn:microsoft.com/office/officeart/2005/8/layout/radial5"/>
    <dgm:cxn modelId="{50E330A4-A42C-408B-9499-2A900669ACCD}" type="presParOf" srcId="{C5723B47-9FF8-48B1-B78A-8054A5328642}" destId="{76177014-9542-42C7-84DC-6F38B0305F74}" srcOrd="0" destOrd="0" presId="urn:microsoft.com/office/officeart/2005/8/layout/radial5"/>
    <dgm:cxn modelId="{39B799EC-26E8-4494-801E-503C6EBED866}" type="presParOf" srcId="{2519775E-1457-4BAA-A08C-679385C4448F}" destId="{10EB9F07-9600-4C0D-958C-4A8C9C1A64F7}" srcOrd="10" destOrd="0" presId="urn:microsoft.com/office/officeart/2005/8/layout/radial5"/>
    <dgm:cxn modelId="{A3983600-68BE-4170-A4D5-54FAED87ED7F}" type="presParOf" srcId="{2519775E-1457-4BAA-A08C-679385C4448F}" destId="{3EBD0981-168C-41C0-98B2-93A75182765A}" srcOrd="11" destOrd="0" presId="urn:microsoft.com/office/officeart/2005/8/layout/radial5"/>
    <dgm:cxn modelId="{0BD3B385-E4E6-4075-98D6-40C4A41590ED}" type="presParOf" srcId="{3EBD0981-168C-41C0-98B2-93A75182765A}" destId="{341A5354-E6C1-48B8-A3CC-06A10F6F60FB}" srcOrd="0" destOrd="0" presId="urn:microsoft.com/office/officeart/2005/8/layout/radial5"/>
    <dgm:cxn modelId="{922A3A60-BFBF-450C-B485-2DF2D9E3AC9D}" type="presParOf" srcId="{2519775E-1457-4BAA-A08C-679385C4448F}" destId="{C1AF457B-CD0E-4315-8491-5F87AF94B7F3}" srcOrd="12" destOrd="0" presId="urn:microsoft.com/office/officeart/2005/8/layout/radial5"/>
    <dgm:cxn modelId="{ED6A4CAB-41EE-44DE-8556-95000FBABECF}" type="presParOf" srcId="{2519775E-1457-4BAA-A08C-679385C4448F}" destId="{EFF52ED3-6831-4A77-B751-055BACAE457E}" srcOrd="13" destOrd="0" presId="urn:microsoft.com/office/officeart/2005/8/layout/radial5"/>
    <dgm:cxn modelId="{995C0834-6EA0-497A-8EBB-C99C105D85A0}" type="presParOf" srcId="{EFF52ED3-6831-4A77-B751-055BACAE457E}" destId="{7F7BFABD-6EAF-474A-8D20-538BB3FB6E2F}" srcOrd="0" destOrd="0" presId="urn:microsoft.com/office/officeart/2005/8/layout/radial5"/>
    <dgm:cxn modelId="{66F413EE-366D-4EAB-BBAD-739E37A12A45}" type="presParOf" srcId="{2519775E-1457-4BAA-A08C-679385C4448F}" destId="{731492DC-1C85-4744-A890-11430E13E05F}" srcOrd="14" destOrd="0" presId="urn:microsoft.com/office/officeart/2005/8/layout/radial5"/>
    <dgm:cxn modelId="{1C5845D7-A6E2-4B68-812B-794C2D2DC884}" type="presParOf" srcId="{2519775E-1457-4BAA-A08C-679385C4448F}" destId="{8E97115D-6E9F-433D-9D21-9E3C9104B82E}" srcOrd="15" destOrd="0" presId="urn:microsoft.com/office/officeart/2005/8/layout/radial5"/>
    <dgm:cxn modelId="{86100B7E-3F97-42ED-9AF9-75D462530867}" type="presParOf" srcId="{8E97115D-6E9F-433D-9D21-9E3C9104B82E}" destId="{84E3D882-58EB-41BA-A115-835E5E104FEE}" srcOrd="0" destOrd="0" presId="urn:microsoft.com/office/officeart/2005/8/layout/radial5"/>
    <dgm:cxn modelId="{521F9D66-246D-4314-9696-E19F69F4445E}" type="presParOf" srcId="{2519775E-1457-4BAA-A08C-679385C4448F}" destId="{53C556AE-9D4A-41D7-9434-CF5F96CFAFD5}" srcOrd="1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B0CA4B-2A0B-4F2A-9A59-E74A7541FB02}">
      <dsp:nvSpPr>
        <dsp:cNvPr id="0" name=""/>
        <dsp:cNvSpPr/>
      </dsp:nvSpPr>
      <dsp:spPr>
        <a:xfrm>
          <a:off x="3625487" y="1561263"/>
          <a:ext cx="3264625" cy="32646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Features</a:t>
          </a:r>
          <a:endParaRPr lang="en-US" sz="4400" kern="1200" dirty="0"/>
        </a:p>
      </dsp:txBody>
      <dsp:txXfrm>
        <a:off x="4103580" y="2039356"/>
        <a:ext cx="2308439" cy="2308439"/>
      </dsp:txXfrm>
    </dsp:sp>
    <dsp:sp modelId="{86642C73-0436-4CC9-A8C6-6A86E8F8B33B}">
      <dsp:nvSpPr>
        <dsp:cNvPr id="0" name=""/>
        <dsp:cNvSpPr/>
      </dsp:nvSpPr>
      <dsp:spPr>
        <a:xfrm rot="19182609">
          <a:off x="6582209" y="1629087"/>
          <a:ext cx="400514" cy="543884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6596460" y="1776713"/>
        <a:ext cx="280360" cy="326330"/>
      </dsp:txXfrm>
    </dsp:sp>
    <dsp:sp modelId="{DC3878B9-1987-4F48-8360-BA155A5BFC1A}">
      <dsp:nvSpPr>
        <dsp:cNvPr id="0" name=""/>
        <dsp:cNvSpPr/>
      </dsp:nvSpPr>
      <dsp:spPr>
        <a:xfrm>
          <a:off x="6908565" y="464026"/>
          <a:ext cx="1439693" cy="14396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Register</a:t>
          </a:r>
          <a:endParaRPr lang="en-US" sz="1400" kern="1200" dirty="0"/>
        </a:p>
      </dsp:txBody>
      <dsp:txXfrm>
        <a:off x="7119403" y="674864"/>
        <a:ext cx="1018017" cy="1018017"/>
      </dsp:txXfrm>
    </dsp:sp>
    <dsp:sp modelId="{26FBFC64-A25F-4409-9E85-C7E422B47BD1}">
      <dsp:nvSpPr>
        <dsp:cNvPr id="0" name=""/>
        <dsp:cNvSpPr/>
      </dsp:nvSpPr>
      <dsp:spPr>
        <a:xfrm rot="20724673">
          <a:off x="7246535" y="2265969"/>
          <a:ext cx="1060844" cy="543884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7249165" y="2395295"/>
        <a:ext cx="897679" cy="326330"/>
      </dsp:txXfrm>
    </dsp:sp>
    <dsp:sp modelId="{63E3BD31-D9CB-4984-A9E8-9CC205AA5DA2}">
      <dsp:nvSpPr>
        <dsp:cNvPr id="0" name=""/>
        <dsp:cNvSpPr/>
      </dsp:nvSpPr>
      <dsp:spPr>
        <a:xfrm>
          <a:off x="8751334" y="1377107"/>
          <a:ext cx="1439693" cy="14396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Login/Logout</a:t>
          </a:r>
          <a:endParaRPr lang="en-US" sz="1400" kern="1200" dirty="0"/>
        </a:p>
      </dsp:txBody>
      <dsp:txXfrm>
        <a:off x="8962172" y="1587945"/>
        <a:ext cx="1018017" cy="1018017"/>
      </dsp:txXfrm>
    </dsp:sp>
    <dsp:sp modelId="{5F50D7CA-0B23-43D0-8DC0-A8C0AA764FF8}">
      <dsp:nvSpPr>
        <dsp:cNvPr id="0" name=""/>
        <dsp:cNvSpPr/>
      </dsp:nvSpPr>
      <dsp:spPr>
        <a:xfrm rot="413643">
          <a:off x="7358675" y="3246739"/>
          <a:ext cx="1175986" cy="543884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7359265" y="3345723"/>
        <a:ext cx="1012821" cy="326330"/>
      </dsp:txXfrm>
    </dsp:sp>
    <dsp:sp modelId="{2536E6CB-7A3D-4E5D-8EEB-9DDBEC74DEE7}">
      <dsp:nvSpPr>
        <dsp:cNvPr id="0" name=""/>
        <dsp:cNvSpPr/>
      </dsp:nvSpPr>
      <dsp:spPr>
        <a:xfrm>
          <a:off x="9075906" y="3022403"/>
          <a:ext cx="1439693" cy="14396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Edit Profile</a:t>
          </a:r>
          <a:endParaRPr lang="en-US" sz="1400" kern="1200" dirty="0"/>
        </a:p>
      </dsp:txBody>
      <dsp:txXfrm>
        <a:off x="9286744" y="3233241"/>
        <a:ext cx="1018017" cy="1018017"/>
      </dsp:txXfrm>
    </dsp:sp>
    <dsp:sp modelId="{3B37591F-DC85-4F38-8677-7D14715B2BF7}">
      <dsp:nvSpPr>
        <dsp:cNvPr id="0" name=""/>
        <dsp:cNvSpPr/>
      </dsp:nvSpPr>
      <dsp:spPr>
        <a:xfrm rot="2462892">
          <a:off x="6760715" y="4457819"/>
          <a:ext cx="749836" cy="543884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6780771" y="4513021"/>
        <a:ext cx="586671" cy="326330"/>
      </dsp:txXfrm>
    </dsp:sp>
    <dsp:sp modelId="{53AF007E-D307-4767-ADAD-F7F9743BD12E}">
      <dsp:nvSpPr>
        <dsp:cNvPr id="0" name=""/>
        <dsp:cNvSpPr/>
      </dsp:nvSpPr>
      <dsp:spPr>
        <a:xfrm>
          <a:off x="7378823" y="4947458"/>
          <a:ext cx="1439693" cy="14396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Membuat</a:t>
          </a:r>
          <a:r>
            <a:rPr lang="en-US" sz="1400" kern="1200" dirty="0" smtClean="0"/>
            <a:t>, </a:t>
          </a:r>
          <a:r>
            <a:rPr lang="en-US" sz="1400" kern="1200" dirty="0" err="1" smtClean="0"/>
            <a:t>mengubah</a:t>
          </a:r>
          <a:r>
            <a:rPr lang="en-US" sz="1400" kern="1200" dirty="0" smtClean="0"/>
            <a:t>, </a:t>
          </a:r>
          <a:r>
            <a:rPr lang="en-US" sz="1400" kern="1200" dirty="0" err="1" smtClean="0"/>
            <a:t>menghapus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laporan</a:t>
          </a:r>
          <a:endParaRPr lang="en-US" sz="1400" kern="1200" dirty="0"/>
        </a:p>
      </dsp:txBody>
      <dsp:txXfrm>
        <a:off x="7589661" y="5158296"/>
        <a:ext cx="1018017" cy="1018017"/>
      </dsp:txXfrm>
    </dsp:sp>
    <dsp:sp modelId="{C5723B47-9FF8-48B1-B78A-8054A5328642}">
      <dsp:nvSpPr>
        <dsp:cNvPr id="0" name=""/>
        <dsp:cNvSpPr/>
      </dsp:nvSpPr>
      <dsp:spPr>
        <a:xfrm rot="7904210">
          <a:off x="3777129" y="4382256"/>
          <a:ext cx="355236" cy="543884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3865887" y="4451271"/>
        <a:ext cx="248665" cy="326330"/>
      </dsp:txXfrm>
    </dsp:sp>
    <dsp:sp modelId="{10EB9F07-9600-4C0D-958C-4A8C9C1A64F7}">
      <dsp:nvSpPr>
        <dsp:cNvPr id="0" name=""/>
        <dsp:cNvSpPr/>
      </dsp:nvSpPr>
      <dsp:spPr>
        <a:xfrm>
          <a:off x="2525900" y="4729088"/>
          <a:ext cx="1439693" cy="14396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Lihat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peta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persebaran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laporan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daerah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bersampah</a:t>
          </a:r>
          <a:endParaRPr lang="en-US" sz="1400" kern="1200" dirty="0"/>
        </a:p>
      </dsp:txBody>
      <dsp:txXfrm>
        <a:off x="2736738" y="4939926"/>
        <a:ext cx="1018017" cy="1018017"/>
      </dsp:txXfrm>
    </dsp:sp>
    <dsp:sp modelId="{3EBD0981-168C-41C0-98B2-93A75182765A}">
      <dsp:nvSpPr>
        <dsp:cNvPr id="0" name=""/>
        <dsp:cNvSpPr/>
      </dsp:nvSpPr>
      <dsp:spPr>
        <a:xfrm rot="9787540">
          <a:off x="2597493" y="3642685"/>
          <a:ext cx="827991" cy="543884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2757145" y="3727781"/>
        <a:ext cx="664826" cy="326330"/>
      </dsp:txXfrm>
    </dsp:sp>
    <dsp:sp modelId="{C1AF457B-CD0E-4315-8491-5F87AF94B7F3}">
      <dsp:nvSpPr>
        <dsp:cNvPr id="0" name=""/>
        <dsp:cNvSpPr/>
      </dsp:nvSpPr>
      <dsp:spPr>
        <a:xfrm>
          <a:off x="792086" y="3609977"/>
          <a:ext cx="1439693" cy="14396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Lihat</a:t>
          </a:r>
          <a:r>
            <a:rPr lang="en-US" sz="1400" kern="1200" dirty="0" smtClean="0"/>
            <a:t> timeline </a:t>
          </a:r>
          <a:r>
            <a:rPr lang="en-US" sz="1400" kern="1200" dirty="0" err="1" smtClean="0"/>
            <a:t>laporan</a:t>
          </a:r>
          <a:endParaRPr lang="en-US" sz="1400" kern="1200" dirty="0"/>
        </a:p>
      </dsp:txBody>
      <dsp:txXfrm>
        <a:off x="1002924" y="3820815"/>
        <a:ext cx="1018017" cy="1018017"/>
      </dsp:txXfrm>
    </dsp:sp>
    <dsp:sp modelId="{EFF52ED3-6831-4A77-B751-055BACAE457E}">
      <dsp:nvSpPr>
        <dsp:cNvPr id="0" name=""/>
        <dsp:cNvSpPr/>
      </dsp:nvSpPr>
      <dsp:spPr>
        <a:xfrm rot="11335855">
          <a:off x="2894790" y="2598901"/>
          <a:ext cx="584091" cy="543884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3056966" y="2720343"/>
        <a:ext cx="420926" cy="326330"/>
      </dsp:txXfrm>
    </dsp:sp>
    <dsp:sp modelId="{731492DC-1C85-4744-A890-11430E13E05F}">
      <dsp:nvSpPr>
        <dsp:cNvPr id="0" name=""/>
        <dsp:cNvSpPr/>
      </dsp:nvSpPr>
      <dsp:spPr>
        <a:xfrm>
          <a:off x="1125613" y="1937483"/>
          <a:ext cx="1439693" cy="14396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Filtering </a:t>
          </a:r>
          <a:r>
            <a:rPr lang="en-US" sz="1400" kern="1200" dirty="0" err="1" smtClean="0"/>
            <a:t>Laporan</a:t>
          </a:r>
          <a:endParaRPr lang="en-US" sz="1400" kern="1200" dirty="0"/>
        </a:p>
      </dsp:txBody>
      <dsp:txXfrm>
        <a:off x="1336451" y="2148321"/>
        <a:ext cx="1018017" cy="1018017"/>
      </dsp:txXfrm>
    </dsp:sp>
    <dsp:sp modelId="{8E97115D-6E9F-433D-9D21-9E3C9104B82E}">
      <dsp:nvSpPr>
        <dsp:cNvPr id="0" name=""/>
        <dsp:cNvSpPr/>
      </dsp:nvSpPr>
      <dsp:spPr>
        <a:xfrm rot="13101426">
          <a:off x="3245813" y="1567286"/>
          <a:ext cx="601188" cy="543884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3391369" y="1726690"/>
        <a:ext cx="438023" cy="326330"/>
      </dsp:txXfrm>
    </dsp:sp>
    <dsp:sp modelId="{53C556AE-9D4A-41D7-9434-CF5F96CFAFD5}">
      <dsp:nvSpPr>
        <dsp:cNvPr id="0" name=""/>
        <dsp:cNvSpPr/>
      </dsp:nvSpPr>
      <dsp:spPr>
        <a:xfrm>
          <a:off x="1475614" y="11881"/>
          <a:ext cx="1807808" cy="18078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/>
            <a:t>Mengkonfirmasi daerah yang telah dibersihkan</a:t>
          </a:r>
          <a:endParaRPr lang="en-US" sz="1400" kern="1200" dirty="0"/>
        </a:p>
      </dsp:txBody>
      <dsp:txXfrm>
        <a:off x="1740361" y="276628"/>
        <a:ext cx="1278314" cy="1278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ariol Regular" panose="02000506040000020003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3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ier Sans" panose="02000505000000020003" pitchFamily="50" charset="0"/>
                <a:ea typeface="Roboto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riol Regular" panose="02000506040000020003" pitchFamily="50" charset="0"/>
              </a:defRPr>
            </a:lvl1pPr>
            <a:lvl2pPr marL="685800" indent="-228600">
              <a:buFont typeface="Calibri" panose="020F0502020204030204" pitchFamily="34" charset="0"/>
              <a:buChar char="-"/>
              <a:defRPr>
                <a:latin typeface="Bariol Regular" panose="02000506040000020003" pitchFamily="50" charset="0"/>
              </a:defRPr>
            </a:lvl2pPr>
            <a:lvl3pPr>
              <a:defRPr>
                <a:latin typeface="Bariol Regular" panose="02000506040000020003" pitchFamily="50" charset="0"/>
              </a:defRPr>
            </a:lvl3pPr>
            <a:lvl4pPr>
              <a:defRPr>
                <a:latin typeface="Bariol Regular" panose="02000506040000020003" pitchFamily="50" charset="0"/>
              </a:defRPr>
            </a:lvl4pPr>
            <a:lvl5pPr>
              <a:defRPr>
                <a:latin typeface="Bariol Regular" panose="0200050604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692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87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5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3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0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4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26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4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6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A4715-C517-4C67-BCEC-1026655307BE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D333C-3514-451A-902C-468A8DB6D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7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3532" y="1480784"/>
            <a:ext cx="9144000" cy="2387600"/>
          </a:xfrm>
        </p:spPr>
        <p:txBody>
          <a:bodyPr/>
          <a:lstStyle/>
          <a:p>
            <a:r>
              <a:rPr lang="en-US" dirty="0" err="1" smtClean="0">
                <a:latin typeface="Pier Sans" panose="02000505000000020003" pitchFamily="50" charset="0"/>
              </a:rPr>
              <a:t>Duniaku</a:t>
            </a:r>
            <a:r>
              <a:rPr lang="en-US" dirty="0" smtClean="0">
                <a:latin typeface="Pier Sans" panose="02000505000000020003" pitchFamily="50" charset="0"/>
              </a:rPr>
              <a:t> yang </a:t>
            </a:r>
            <a:r>
              <a:rPr lang="en-US" dirty="0" err="1" smtClean="0">
                <a:latin typeface="Pier Sans" panose="02000505000000020003" pitchFamily="50" charset="0"/>
              </a:rPr>
              <a:t>indah</a:t>
            </a:r>
            <a:r>
              <a:rPr lang="en-US" dirty="0" smtClean="0">
                <a:latin typeface="Pier Sans" panose="02000505000000020003" pitchFamily="50" charset="0"/>
              </a:rPr>
              <a:t>... </a:t>
            </a:r>
            <a:r>
              <a:rPr lang="en-US" dirty="0" smtClean="0">
                <a:latin typeface="Pier Sans" panose="02000505000000020003" pitchFamily="50" charset="0"/>
                <a:sym typeface="Wingdings" panose="05000000000000000000" pitchFamily="2" charset="2"/>
              </a:rPr>
              <a:t></a:t>
            </a:r>
            <a:endParaRPr lang="en-US" dirty="0">
              <a:latin typeface="Pier Sans" panose="02000505000000020003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53" y="213337"/>
            <a:ext cx="5258972" cy="28317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039" y="3339336"/>
            <a:ext cx="5905500" cy="3333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702" y="213337"/>
            <a:ext cx="5035850" cy="283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8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037957"/>
            <a:ext cx="9144000" cy="2387600"/>
          </a:xfrm>
        </p:spPr>
        <p:txBody>
          <a:bodyPr>
            <a:normAutofit/>
          </a:bodyPr>
          <a:lstStyle/>
          <a:p>
            <a:r>
              <a:rPr lang="en-US" sz="8800" dirty="0" err="1" smtClean="0">
                <a:latin typeface="Pier Sans" panose="02000505000000020003" pitchFamily="50" charset="0"/>
              </a:rPr>
              <a:t>Siaga</a:t>
            </a:r>
            <a:r>
              <a:rPr lang="en-US" sz="8800" dirty="0" smtClean="0">
                <a:latin typeface="Pier Sans" panose="02000505000000020003" pitchFamily="50" charset="0"/>
              </a:rPr>
              <a:t> </a:t>
            </a:r>
            <a:r>
              <a:rPr lang="en-US" sz="8800" dirty="0" err="1" smtClean="0">
                <a:latin typeface="Pier Sans" panose="02000505000000020003" pitchFamily="50" charset="0"/>
              </a:rPr>
              <a:t>Sampah</a:t>
            </a:r>
            <a:endParaRPr lang="en-US" sz="8800" dirty="0">
              <a:latin typeface="Pier Sans" panose="02000505000000020003" pitchFamily="50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 err="1" smtClean="0"/>
              <a:t>Kelompok</a:t>
            </a:r>
            <a:r>
              <a:rPr lang="en-US" b="1" u="sng" dirty="0" smtClean="0"/>
              <a:t> 03 </a:t>
            </a:r>
            <a:r>
              <a:rPr lang="en-US" b="1" u="sng" dirty="0" err="1" smtClean="0"/>
              <a:t>CutTheCrab</a:t>
            </a:r>
            <a:r>
              <a:rPr lang="en-US" b="1" u="sng" dirty="0" smtClean="0"/>
              <a:t>! </a:t>
            </a:r>
          </a:p>
          <a:p>
            <a:r>
              <a:rPr lang="en-US" sz="1800" dirty="0" err="1"/>
              <a:t>Arief</a:t>
            </a:r>
            <a:r>
              <a:rPr lang="en-US" sz="1800" dirty="0"/>
              <a:t> </a:t>
            </a:r>
            <a:r>
              <a:rPr lang="en-US" sz="1800" dirty="0" err="1"/>
              <a:t>Radityo</a:t>
            </a:r>
            <a:r>
              <a:rPr lang="en-US" sz="1800" dirty="0"/>
              <a:t>/1306381875</a:t>
            </a:r>
          </a:p>
          <a:p>
            <a:r>
              <a:rPr lang="en-US" sz="1800" dirty="0"/>
              <a:t>Muhammad Gibran/1306382045</a:t>
            </a:r>
          </a:p>
          <a:p>
            <a:r>
              <a:rPr lang="en-US" sz="1800" dirty="0" err="1"/>
              <a:t>Arsi</a:t>
            </a:r>
            <a:r>
              <a:rPr lang="en-US" sz="1800" dirty="0"/>
              <a:t> </a:t>
            </a:r>
            <a:r>
              <a:rPr lang="en-US" sz="1800" dirty="0" err="1"/>
              <a:t>Alhafis</a:t>
            </a:r>
            <a:r>
              <a:rPr lang="en-US" sz="1800" dirty="0"/>
              <a:t>/1306407363</a:t>
            </a:r>
          </a:p>
        </p:txBody>
      </p:sp>
    </p:spTree>
    <p:extLst>
      <p:ext uri="{BB962C8B-B14F-4D97-AF65-F5344CB8AC3E}">
        <p14:creationId xmlns:p14="http://schemas.microsoft.com/office/powerpoint/2010/main" val="192784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 smtClean="0"/>
              <a:t>HOW’S IT GOING IN SIAGA SAMPAH?</a:t>
            </a:r>
            <a:endParaRPr lang="en-US" sz="4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738" y="1949994"/>
            <a:ext cx="2710218" cy="33999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0" b="52379"/>
          <a:stretch/>
        </p:blipFill>
        <p:spPr>
          <a:xfrm>
            <a:off x="5359021" y="1949994"/>
            <a:ext cx="4950636" cy="3399927"/>
          </a:xfrm>
          <a:prstGeom prst="rect">
            <a:avLst/>
          </a:prstGeom>
        </p:spPr>
      </p:pic>
      <p:sp>
        <p:nvSpPr>
          <p:cNvPr id="7" name="Subtitle 4"/>
          <p:cNvSpPr txBox="1">
            <a:spLocks/>
          </p:cNvSpPr>
          <p:nvPr/>
        </p:nvSpPr>
        <p:spPr>
          <a:xfrm>
            <a:off x="2790400" y="5396659"/>
            <a:ext cx="1632044" cy="436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4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Timeline View</a:t>
            </a:r>
            <a:endParaRPr lang="en-US" sz="1800" dirty="0"/>
          </a:p>
        </p:txBody>
      </p:sp>
      <p:sp>
        <p:nvSpPr>
          <p:cNvPr id="8" name="Subtitle 4"/>
          <p:cNvSpPr txBox="1">
            <a:spLocks/>
          </p:cNvSpPr>
          <p:nvPr/>
        </p:nvSpPr>
        <p:spPr>
          <a:xfrm>
            <a:off x="7402775" y="5410307"/>
            <a:ext cx="1632044" cy="436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4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riol Regular" panose="02000506040000020003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Map View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9209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Our Timeline!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906205"/>
              </p:ext>
            </p:extLst>
          </p:nvPr>
        </p:nvGraphicFramePr>
        <p:xfrm>
          <a:off x="1324894" y="1908120"/>
          <a:ext cx="9295894" cy="282150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109495"/>
                <a:gridCol w="7186399"/>
              </a:tblGrid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 err="1">
                          <a:effectLst/>
                        </a:rPr>
                        <a:t>Pekan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 err="1">
                          <a:effectLst/>
                        </a:rPr>
                        <a:t>Aktivitas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1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Brainstorming ide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2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Product Backlog </a:t>
                      </a:r>
                      <a:r>
                        <a:rPr lang="en-US" sz="1900" dirty="0" err="1">
                          <a:effectLst/>
                        </a:rPr>
                        <a:t>dan</a:t>
                      </a:r>
                      <a:r>
                        <a:rPr lang="en-US" sz="1900" dirty="0">
                          <a:effectLst/>
                        </a:rPr>
                        <a:t> </a:t>
                      </a:r>
                      <a:r>
                        <a:rPr lang="en-US" sz="1900" dirty="0" err="1">
                          <a:effectLst/>
                        </a:rPr>
                        <a:t>Pendalaman</a:t>
                      </a:r>
                      <a:r>
                        <a:rPr lang="en-US" sz="1900" dirty="0">
                          <a:effectLst/>
                        </a:rPr>
                        <a:t> </a:t>
                      </a:r>
                      <a:r>
                        <a:rPr lang="en-US" sz="1900" dirty="0" err="1">
                          <a:effectLst/>
                        </a:rPr>
                        <a:t>Teknis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3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 err="1">
                          <a:effectLst/>
                        </a:rPr>
                        <a:t>Pembuatan</a:t>
                      </a:r>
                      <a:r>
                        <a:rPr lang="en-US" sz="1900" dirty="0">
                          <a:effectLst/>
                        </a:rPr>
                        <a:t> User Stories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4, 5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Sprint #1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5, 6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UTS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7, 8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Sprint #2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</a:rPr>
                        <a:t>9, 10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Sprint #3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099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</a:rPr>
                        <a:t>11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900" dirty="0" err="1">
                          <a:effectLst/>
                        </a:rPr>
                        <a:t>Presentasi</a:t>
                      </a:r>
                      <a:r>
                        <a:rPr lang="en-US" sz="1900" dirty="0">
                          <a:effectLst/>
                        </a:rPr>
                        <a:t> </a:t>
                      </a:r>
                      <a:r>
                        <a:rPr lang="en-US" sz="1900" dirty="0" err="1">
                          <a:effectLst/>
                        </a:rPr>
                        <a:t>Akhir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364" marR="10736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04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Formation!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Owner	: Muhammad Gibran</a:t>
            </a:r>
          </a:p>
          <a:p>
            <a:r>
              <a:rPr lang="en-US" dirty="0"/>
              <a:t>Scrum Team	: Muhammad Gibran, </a:t>
            </a:r>
            <a:r>
              <a:rPr lang="en-US" dirty="0" err="1"/>
              <a:t>Arief</a:t>
            </a:r>
            <a:r>
              <a:rPr lang="en-US" dirty="0"/>
              <a:t> </a:t>
            </a:r>
            <a:r>
              <a:rPr lang="en-US" dirty="0" err="1"/>
              <a:t>Radityo</a:t>
            </a:r>
            <a:r>
              <a:rPr lang="en-US" dirty="0"/>
              <a:t>, </a:t>
            </a:r>
            <a:r>
              <a:rPr lang="en-US" dirty="0" err="1"/>
              <a:t>Arsi</a:t>
            </a:r>
            <a:r>
              <a:rPr lang="en-US" dirty="0"/>
              <a:t> </a:t>
            </a:r>
            <a:r>
              <a:rPr lang="en-US" dirty="0" err="1"/>
              <a:t>Alhafis</a:t>
            </a:r>
            <a:endParaRPr lang="en-US" dirty="0"/>
          </a:p>
          <a:p>
            <a:r>
              <a:rPr lang="en-US" dirty="0"/>
              <a:t>Scrum Master	: </a:t>
            </a:r>
            <a:r>
              <a:rPr lang="en-US" dirty="0" err="1"/>
              <a:t>Arief</a:t>
            </a:r>
            <a:r>
              <a:rPr lang="en-US" dirty="0"/>
              <a:t> </a:t>
            </a:r>
            <a:r>
              <a:rPr lang="en-US" dirty="0" err="1" smtClean="0"/>
              <a:t>Radityo</a:t>
            </a:r>
            <a:endParaRPr lang="en-US" dirty="0" smtClean="0"/>
          </a:p>
          <a:p>
            <a:r>
              <a:rPr lang="en-US" dirty="0" smtClean="0"/>
              <a:t>PIC of tasks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198701"/>
              </p:ext>
            </p:extLst>
          </p:nvPr>
        </p:nvGraphicFramePr>
        <p:xfrm>
          <a:off x="1134484" y="4001294"/>
          <a:ext cx="8945448" cy="1199791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605003"/>
                <a:gridCol w="6340445"/>
              </a:tblGrid>
              <a:tr h="2982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Anggota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Kelompok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316" marR="1033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Pekerjaan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316" marR="1033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982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Arief Radityo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316" marR="1033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Mobile Application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316" marR="1033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0496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Muhammad Gibran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316" marR="1033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Webservice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316" marR="1033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982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Arsi Alhafis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316" marR="1033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Database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316" marR="10331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54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Architecture!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637" y="1431380"/>
            <a:ext cx="5712725" cy="48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7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61034"/>
              </p:ext>
            </p:extLst>
          </p:nvPr>
        </p:nvGraphicFramePr>
        <p:xfrm>
          <a:off x="824552" y="109182"/>
          <a:ext cx="10515600" cy="638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241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87" y="2234868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What service can be useful for you?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467" y="3889218"/>
            <a:ext cx="6176749" cy="27239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808" y="2897649"/>
            <a:ext cx="159806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Well nothing….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51808" y="3451647"/>
            <a:ext cx="1509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just kidding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9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2844" y="197214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Before Sprint#1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Mockup (hopefully done)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500" y="2348845"/>
            <a:ext cx="6203744" cy="25063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02647" y="1825625"/>
            <a:ext cx="41156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Database (hopefully done) 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20" y="2348845"/>
            <a:ext cx="3072618" cy="395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1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96" y="2617006"/>
            <a:ext cx="10515600" cy="1325563"/>
          </a:xfrm>
        </p:spPr>
        <p:txBody>
          <a:bodyPr/>
          <a:lstStyle/>
          <a:p>
            <a:pPr algn="ctr"/>
            <a:r>
              <a:rPr lang="sv-SE" b="1" dirty="0" smtClean="0"/>
              <a:t>”Jagalah </a:t>
            </a:r>
            <a:r>
              <a:rPr lang="sv-SE" b="1" dirty="0"/>
              <a:t>kebersihan</a:t>
            </a:r>
            <a:r>
              <a:rPr lang="sv-SE" dirty="0"/>
              <a:t> maka kebersihan menjaga </a:t>
            </a:r>
            <a:r>
              <a:rPr lang="sv-SE" dirty="0" smtClean="0"/>
              <a:t>Anda”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224428" y="2093786"/>
            <a:ext cx="1838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/>
              <a:t>Thank You!</a:t>
            </a:r>
            <a:endParaRPr lang="en-US" sz="2800" b="1" u="sng" dirty="0"/>
          </a:p>
        </p:txBody>
      </p:sp>
    </p:spTree>
    <p:extLst>
      <p:ext uri="{BB962C8B-B14F-4D97-AF65-F5344CB8AC3E}">
        <p14:creationId xmlns:p14="http://schemas.microsoft.com/office/powerpoint/2010/main" val="33244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149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Bariol Regular</vt:lpstr>
      <vt:lpstr>Calibri</vt:lpstr>
      <vt:lpstr>Calibri Light</vt:lpstr>
      <vt:lpstr>Pier Sans</vt:lpstr>
      <vt:lpstr>Roboto</vt:lpstr>
      <vt:lpstr>Times New Roman</vt:lpstr>
      <vt:lpstr>Wingdings</vt:lpstr>
      <vt:lpstr>Office Theme</vt:lpstr>
      <vt:lpstr>Duniaku yang indah... </vt:lpstr>
      <vt:lpstr>Siaga Sampah</vt:lpstr>
      <vt:lpstr>HOW’S IT GOING IN SIAGA SAMPAH?</vt:lpstr>
      <vt:lpstr>Our Timeline!</vt:lpstr>
      <vt:lpstr>Formation!</vt:lpstr>
      <vt:lpstr>Architecture!</vt:lpstr>
      <vt:lpstr>PowerPoint Presentation</vt:lpstr>
      <vt:lpstr>What service can be useful for you? </vt:lpstr>
      <vt:lpstr>Before Sprint#1</vt:lpstr>
      <vt:lpstr>”Jagalah kebersihan maka kebersihan menjaga Anda”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Duniaku yang indah </dc:title>
  <dc:creator>muhammad.gibran32</dc:creator>
  <cp:lastModifiedBy>muhammad.gibran32</cp:lastModifiedBy>
  <cp:revision>18</cp:revision>
  <dcterms:created xsi:type="dcterms:W3CDTF">2016-03-01T17:14:32Z</dcterms:created>
  <dcterms:modified xsi:type="dcterms:W3CDTF">2016-03-01T18:07:28Z</dcterms:modified>
</cp:coreProperties>
</file>